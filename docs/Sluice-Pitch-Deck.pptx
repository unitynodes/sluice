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CASPER AGENTIC BUILDATHON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Sluice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Casper events, </a:t>
            </a:r>
            <a:pPr indent="0" marL="0">
              <a:buNone/>
            </a:pPr>
            <a:r>
              <a:rPr lang="en-US" sz="4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moment they land.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Push-based on-chain event subscriptions. The missing event primitive of the Casper AI Toolkit.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Nodes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3615" y="5943600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sluice.unitynodes.com   ·   live on Casper testnet   ·   MIT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Casper had no way to know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something happens.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Poll the chain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RPC every few seconds. Wastes budget, lags reality, misses fast events.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8803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an indexer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977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600 lines of glue code plus a database to operate and keep alive.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28803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Refresh by hand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3977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cspr.live and watch. Impossible for an autonomous agent.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has Alchemy webhooks. Solana has Helius. 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BCFC0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Casper had nothing.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fourth primitive of the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Casper AI Toolkit.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92608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queries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206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Casper MCP · CSPR.cloud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92608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3320" y="3611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4206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CSPR.trade MCP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92608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611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micropayments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2926080"/>
            <a:ext cx="2468880" cy="2103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2926080"/>
            <a:ext cx="2468880" cy="128016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36118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4206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4617720"/>
            <a:ext cx="1097280" cy="32004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can already query state, trade, and pay. Now it can react.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steps. About 830 ms.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640080" cy="64008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91640" y="21671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 rule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892040" y="21488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JSON predicate. "Any transfer to my address over 5,000 CSPR." 12 operators, nested OR, or plain English.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136392"/>
            <a:ext cx="640080" cy="64008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Prepay in CSPR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92040" y="3136392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into the on-chain escrow contract. Each delivery costs a fraction of a CSPR. Refundable on cancel.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123944"/>
            <a:ext cx="640080" cy="64008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41422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Sluice watches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92040" y="4123944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matcher reads the CSPR.cloud stream and evaluates your rule against every event as blocks land.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111496"/>
            <a:ext cx="640080" cy="64008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512978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Pushed + logged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92040" y="511149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 reaches your webhook, agent, or dashboard, and the contract records the delivery on-chain.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end-to-end latency today: WS event to webhook 200 to record_delivery confirmed.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48495" y="5989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830 ms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subscription. Three ways in.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3337560" cy="128016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Webhook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YOUR SERVER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HMAC-signed HTTPS POST with an idempotency key. Cloudflare Worker, Fly app, Discord URL.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46888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468880"/>
            <a:ext cx="3337560" cy="128016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tool call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YOUR AI 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7490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Continue. Hosted over one URL or run the stdio server locally.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246888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468880"/>
            <a:ext cx="3337560" cy="128016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WebSocket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75320" y="3291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YOUR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37490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to /api/stream and fan matched events straight into a browser or TUI.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fire from the same match. No need to pick.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AGENTIC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 turn agents autonomous.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20640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BCFC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DIRECTION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yield-router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whale deposit hits a pool. Sluice fires the event. The agent checks APY through the CSPR.trade MCP and reallocates funds. A passive wallet becomes self-driving.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120640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BCFC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DIRECTION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DAO governance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38404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treasury movement triggers a swarm. Risk, Treasury, and Legal agents deliberate in parallel, a coordinator tallies the vote and executes on-chain.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ship as runnable examples in the repo. Real Claude decisions when an API key is set.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DEFI AND RWA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Matches real contract events,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just transfers.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063240"/>
            <a:ext cx="1280160" cy="27432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Liquidation guard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880360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3063240"/>
            <a:ext cx="1280160" cy="27432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772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Whale swap alert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01000" y="2880360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3063240"/>
            <a:ext cx="1280160" cy="274320"/>
          </a:xfrm>
          <a:prstGeom prst="rect">
            <a:avLst/>
          </a:prstGeom>
          <a:solidFill>
            <a:srgbClr val="BCFC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Pool deposit rebalance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114800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97680"/>
            <a:ext cx="128016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Oracle heartbeat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0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297680"/>
            <a:ext cx="128016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revocation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0" y="4114800"/>
            <a:ext cx="3337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4297680"/>
            <a:ext cx="1280160" cy="27432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Treasury outflow alarm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event_type, contract_package_hash, name, and data.* through the same predicate engine.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IT IS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Live, tested, and on-chain.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2468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830 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end-to-end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74720" y="2468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7472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 + CI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2468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+ 4 + 2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7220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tools, resources, prompts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0" y="2468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 recorded on-chain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297680"/>
            <a:ext cx="1060704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262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contract in Rust + Odra 2.8, deployed on testnet (package f3710eaf...b971). record_delivery fires per delivery. Hosted MCP over Streamable HTTP. Prometheus metrics + Grafana dashboard. One-command demo stack.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First, and only.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886200" y="246888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77 buildathon BUIDLs ship a push-based event service. Sluice is the only one.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4114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hosted MCP on Casper. One URL, zero install.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4663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billing. Your bill is a ledger of tx-hashes, not an invoice.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5212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from one subscription: webhook, MCP, WebSocket.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760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5760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MIT, self-hostable in one command.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MODEL AND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to try. Pays as it scales.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5029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606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CF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Testnet: free, forever.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36301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CF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Mainnet: per-delivery CSPR escrow.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41970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CF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x402 metered tier for agents.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47640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CF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Self-host: free and open source.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2377440"/>
            <a:ext cx="5029200" cy="3383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06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FC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3383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Wallet-native subscribe, historical replay, SSE, Rust SDK.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251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contract, volume tiers, dead-letter queue, x402 tier.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5120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Cross-contract predicates, timelocked subscriptions.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Grant to reach mainnet.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77724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2423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Wallet-native subscribe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23560" y="23774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TransactionV1 contract rewrite so one signed deploy creates a subscription from the browser.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77724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Mainnet launch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23560" y="34290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deploy, volume pricing, dead-letter queue, SLA-grade monitoring.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777240" cy="7772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4526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Ecosystem SDKs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23560" y="44805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SDK, framework middlewares, and a public predicate template registry.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solo under Unity Nodes, the team behind production Casper infrastructure and monitoring.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37215" y="6291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CFC0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Sluice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CFC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Casper events, the moment they land.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sluice.unitynodes.com</a:t>
            </a:r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github.com/UnityNodes/Sluice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60 seconds. No wallet, no signup.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2026-07-01T10:21:17Z</dcterms:created>
  <dcterms:modified xsi:type="dcterms:W3CDTF">2026-07-01T10:21:17Z</dcterms:modified>
</cp:coreProperties>
</file>